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Open Agent Hackathon 2026 · Track 02: The Agent That Can Explain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1F5F9"/>
                </a:solidFill>
                <a:latin typeface="Calibri"/>
              </a:rPr>
              <a:t>NameScout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0">
                <a:solidFill>
                  <a:srgbClr val="22D3EE"/>
                </a:solidFill>
                <a:latin typeface="Calibri"/>
              </a:rPr>
              <a:t>The brand-clearance agent that shows its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94A3B8"/>
                </a:solidFill>
                <a:latin typeface="Calibri"/>
              </a:rPr>
              <a:t>Every verdict cites its evidence: source, endpoint, UTC timestamp.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94A3B8"/>
                </a:solidFill>
                <a:latin typeface="Calibri"/>
              </a:rPr>
              <a:t>Built by Tali, an AI agent, for Mykel Nelson · github.com/talibot-agent/namescout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Problem &amp;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1F5F9"/>
                </a:solidFill>
                <a:latin typeface="Calibri"/>
              </a:rPr>
              <a:t>The problem: names die late and expensively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7472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Who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Founders, product marketers and brand/legal teams naming a product, feature or company.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7472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48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7432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The .com, handles, an App Store app, a live trademark, or one of your own products or customers already has the name. Found out after the logo is paid for.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47472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Checkers say "available / taken" with no reasons, and silently treat "no answer" as "free". Nobody can audit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1F5F9"/>
                </a:solidFill>
                <a:latin typeface="Calibri"/>
              </a:rPr>
              <a:t>Verdict + cited reasons, never a guess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onsolas"/>
              </a:rPr>
              <a:t>Verdict for "notion": AVOID (risk 100/100).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onsolas"/>
              </a:rPr>
              <a:t>+40: Live USPTO mark "NOTION" (serial 97879391) matches exactly [E11].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onsolas"/>
              </a:rPr>
              <a:t>+30: 4 App Store apps start with this name [E10].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onsolas"/>
              </a:rPr>
              <a:t>+25: notion.com is already registered [E1].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onsolas"/>
              </a:rPr>
              <a:t>Not counted either way, the source would not confirm: [E2] [E5] [E7].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onsolas"/>
              </a:rPr>
              <a:t>Context: H-MEM recalls a prior check on a similar name [E12].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D3EE"/>
                </a:solidFill>
                <a:latin typeface="Calibri"/>
              </a:rPr>
              <a:t>LIKELY CLEAR / CAUTION / AVOID · explicit point rules · unconfirmed ≠ available · HTML report with clickable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1F5F9"/>
                </a:solidFill>
                <a:latin typeface="Calibri"/>
              </a:rPr>
              <a:t>Agent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48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1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name → TLDs, platforms, registries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2148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2 Gather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RDAP/WHOIS · GitHub/Reddit/YouTube · App Store · USPTO · Zetaris internal view · H-MEM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011680"/>
            <a:ext cx="2148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3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74320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auditable rules, each tied to [E#] 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011680"/>
            <a:ext cx="2148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4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74320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cited text; optional Nemotron rewrite validated citation-by-citation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011680"/>
            <a:ext cx="2148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1488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5 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74320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verdict + reasons stored in H-MEM with provenance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Zetaris · Meterless · NVIDIA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1F5F9"/>
                </a:solidFill>
                <a:latin typeface="Calibri"/>
              </a:rPr>
              <a:t>How the sponsor tech is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Zetaris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Federates an org's own scattered name data (CRM accounts, product catalogue, ERP vendors) into one Lightning view namescout.brand_portfolio. NameScout queries it read-only over the run-query REST route; an exact internal collision adds +35 with its own citation.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Meterless H-MEM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6517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Vendored H-MEM reference engine is the agent's memory: MemoryStoreService remembers each verdict with provenance, MemoryRetrievalService recalls prior checks on similar names, TrustLedger audits them. Local, no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NVIDIA Nemotron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517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Optional plain-English narration via an OpenAI-compatible endpoint (llama-3.3-nemotron-super-49b-v1). Output is rejected unless every [E#] exists and every original citation is kept: no hallucinated reasons.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1F5F9"/>
                </a:solidFill>
                <a:latin typeface="Calibri"/>
              </a:rPr>
              <a:t>What 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30352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Explainability as 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493775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Every scored factor carries evidence ids. The LLM can only rephrase; a validator rejects any output that drops or invents a citation. Silent sources are labelled, never counted.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30352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Internal + external +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93775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Public registries tell you if the world uses the name; Zetaris tells you if your own company already does; H-MEM tells you what you concluded last time about a near-identical 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Built to run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1F5F9"/>
                </a:solidFill>
                <a:latin typeface="Calibri"/>
              </a:rP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Python 3 standard library agent (no pip deps) + pytest (8 tests incl. mocked Zetaris + live H-MEM)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TypeScript H-MEM bridge (tsx) over the vendored Meterless reference engine (Apache-2.0)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Zetaris UI-proxy SQL route, same as zetaris/getting-started scripts; SQL is sanitised and SELECT-only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Public sources: IANA RDAP bootstrap, WHOIS :43, iTunes Search API, USPTO tmsearch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ThreadPoolExecutor parallel gathering, JSON + HTML report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1F5F9"/>
                </a:solidFill>
                <a:latin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EUIPO / WIPO Global Brand Database and phonetic (sound-alike) trademark matching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Zetaris connectors pre-built for Salesforce and HubSpot exports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H-MEM feedback loop: legal team marks verdicts helpful/wrong, confidence updates via TrustLedger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• Batch mode for naming agencies: rank 50 candidates by clearance risk overnight with Meterless Nightshift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F1F5F9"/>
                </a:solidFill>
                <a:latin typeface="Calibri"/>
              </a:rPr>
              <a:t>AI disclosure: code, tests, docs, deck and demo were produced by Tali, an autonomous AI agent, directed and reviewed by Mykel Nelson.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